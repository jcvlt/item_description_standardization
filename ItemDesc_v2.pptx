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621" r:id="rId1"/>
  </p:sldMasterIdLst>
  <p:notesMasterIdLst>
    <p:notesMasterId r:id="rId9"/>
  </p:notesMasterIdLst>
  <p:handoutMasterIdLst>
    <p:handoutMasterId r:id="rId10"/>
  </p:handoutMasterIdLst>
  <p:sldIdLst>
    <p:sldId id="271" r:id="rId2"/>
    <p:sldId id="270" r:id="rId3"/>
    <p:sldId id="272" r:id="rId4"/>
    <p:sldId id="273" r:id="rId5"/>
    <p:sldId id="276" r:id="rId6"/>
    <p:sldId id="274" r:id="rId7"/>
    <p:sldId id="269" r:id="rId8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4F7"/>
    <a:srgbClr val="EEF0E8"/>
    <a:srgbClr val="EBF4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54" autoAdjust="0"/>
    <p:restoredTop sz="94737" autoAdjust="0"/>
  </p:normalViewPr>
  <p:slideViewPr>
    <p:cSldViewPr>
      <p:cViewPr varScale="1">
        <p:scale>
          <a:sx n="106" d="100"/>
          <a:sy n="106" d="100"/>
        </p:scale>
        <p:origin x="63" y="18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4" d="100"/>
          <a:sy n="84" d="100"/>
        </p:scale>
        <p:origin x="-3852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E6CAD6-AED9-4BE4-987D-0B9E9A92748B}" type="datetimeFigureOut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84DFC1-33B3-4A7C-B9B2-569B0AD2F6E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8191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827F61-DD4D-4172-890F-E547EF3A8736}" type="datetimeFigureOut">
              <a:rPr lang="zh-TW" altLang="en-US" smtClean="0"/>
              <a:pPr/>
              <a:t>2026/5/4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AACEC2-E6A7-4A95-B4C3-F9AB8B8308A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3652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AACEC2-E6A7-4A95-B4C3-F9AB8B8308A3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3365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章節標題">
    <p:bg>
      <p:bgPr>
        <a:gradFill flip="none" rotWithShape="1">
          <a:gsLst>
            <a:gs pos="0">
              <a:schemeClr val="bg1"/>
            </a:gs>
            <a:gs pos="100000">
              <a:srgbClr val="FEF4F7"/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Pencils and erasers on a white surface&#10;&#10;AI-generated content may be incorrect.">
            <a:extLst>
              <a:ext uri="{FF2B5EF4-FFF2-40B4-BE49-F238E27FC236}">
                <a16:creationId xmlns:a16="http://schemas.microsoft.com/office/drawing/2014/main" id="{BE215359-7A4D-B164-0831-984D1862B1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56" r="66411"/>
          <a:stretch/>
        </p:blipFill>
        <p:spPr>
          <a:xfrm>
            <a:off x="-36512" y="0"/>
            <a:ext cx="2376264" cy="5143500"/>
          </a:xfrm>
          <a:prstGeom prst="rect">
            <a:avLst/>
          </a:prstGeom>
        </p:spPr>
      </p:pic>
      <p:sp>
        <p:nvSpPr>
          <p:cNvPr id="3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2771800" y="2427734"/>
            <a:ext cx="5544616" cy="895771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按一下以編輯母片樣式</a:t>
            </a:r>
          </a:p>
        </p:txBody>
      </p:sp>
      <p:sp>
        <p:nvSpPr>
          <p:cNvPr id="11" name="文字版面配置區 2"/>
          <p:cNvSpPr>
            <a:spLocks noGrp="1"/>
          </p:cNvSpPr>
          <p:nvPr>
            <p:ph type="body" idx="13" hasCustomPrompt="1"/>
          </p:nvPr>
        </p:nvSpPr>
        <p:spPr>
          <a:xfrm>
            <a:off x="2771800" y="3435846"/>
            <a:ext cx="3368880" cy="535731"/>
          </a:xfrm>
        </p:spPr>
        <p:txBody>
          <a:bodyPr anchor="ctr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按一下以編輯母片樣式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2771800" y="1203598"/>
            <a:ext cx="5544616" cy="9361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74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and a cup of coffee">
            <a:extLst>
              <a:ext uri="{FF2B5EF4-FFF2-40B4-BE49-F238E27FC236}">
                <a16:creationId xmlns:a16="http://schemas.microsoft.com/office/drawing/2014/main" id="{21AE6356-368F-01D7-6C86-235E0D479B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</p:spPr>
      </p:pic>
      <p:sp>
        <p:nvSpPr>
          <p:cNvPr id="3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467544" y="3003798"/>
            <a:ext cx="5688632" cy="895771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按一下以編輯母片樣式</a:t>
            </a:r>
          </a:p>
        </p:txBody>
      </p:sp>
      <p:sp>
        <p:nvSpPr>
          <p:cNvPr id="11" name="文字版面配置區 2"/>
          <p:cNvSpPr>
            <a:spLocks noGrp="1"/>
          </p:cNvSpPr>
          <p:nvPr>
            <p:ph type="body" idx="13" hasCustomPrompt="1"/>
          </p:nvPr>
        </p:nvSpPr>
        <p:spPr>
          <a:xfrm>
            <a:off x="467544" y="3939902"/>
            <a:ext cx="3456384" cy="535731"/>
          </a:xfrm>
        </p:spPr>
        <p:txBody>
          <a:bodyPr anchor="ctr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按一下以編輯母片樣式</a:t>
            </a:r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467544" y="1779662"/>
            <a:ext cx="5688632" cy="9361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890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內容版面配置區 7"/>
          <p:cNvSpPr>
            <a:spLocks noGrp="1"/>
          </p:cNvSpPr>
          <p:nvPr>
            <p:ph sz="quarter" idx="1" hasCustomPrompt="1"/>
          </p:nvPr>
        </p:nvSpPr>
        <p:spPr>
          <a:xfrm>
            <a:off x="179512" y="843558"/>
            <a:ext cx="8784976" cy="3888432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 eaLnBrk="1" latinLnBrk="0" hangingPunct="1"/>
            <a:r>
              <a:rPr lang="zh-TW" altLang="en-US" dirty="0"/>
              <a:t>按一下以編輯母片文字樣式</a:t>
            </a:r>
          </a:p>
          <a:p>
            <a:pPr lvl="1" eaLnBrk="1" latinLnBrk="0" hangingPunct="1"/>
            <a:r>
              <a:rPr lang="zh-TW" altLang="en-US" dirty="0"/>
              <a:t>第二層</a:t>
            </a:r>
          </a:p>
          <a:p>
            <a:pPr lvl="2" eaLnBrk="1" latinLnBrk="0" hangingPunct="1"/>
            <a:r>
              <a:rPr lang="zh-TW" altLang="en-US" dirty="0"/>
              <a:t>第三層</a:t>
            </a:r>
          </a:p>
          <a:p>
            <a:pPr lvl="3" eaLnBrk="1" latinLnBrk="0" hangingPunct="1"/>
            <a:r>
              <a:rPr lang="zh-TW" altLang="en-US" dirty="0"/>
              <a:t>第四層</a:t>
            </a:r>
          </a:p>
        </p:txBody>
      </p:sp>
      <p:sp>
        <p:nvSpPr>
          <p:cNvPr id="13" name="日期版面配置區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83A0E-FCBF-473E-8C73-9A8325542DA3}" type="datetimeFigureOut">
              <a:rPr lang="zh-TW" altLang="en-US" smtClean="0"/>
              <a:pPr/>
              <a:t>2026/5/4</a:t>
            </a:fld>
            <a:endParaRPr lang="zh-TW" altLang="en-US" dirty="0"/>
          </a:p>
        </p:txBody>
      </p:sp>
      <p:sp>
        <p:nvSpPr>
          <p:cNvPr id="14" name="頁尾版面配置區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lang="en-GB" altLang="zh-TW" dirty="0"/>
              <a:t>Gilbert Chang Proprietary and Confidential. </a:t>
            </a:r>
            <a:r>
              <a:rPr lang="en-US" altLang="zh-TW" dirty="0"/>
              <a:t>All rights reserved.</a:t>
            </a:r>
          </a:p>
        </p:txBody>
      </p:sp>
      <p:sp>
        <p:nvSpPr>
          <p:cNvPr id="15" name="投影片編號版面配置區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2E2DA-0377-4499-B886-75ECE6B9CD9B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16" name="標題 1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179512" y="195486"/>
            <a:ext cx="8784976" cy="565571"/>
          </a:xfrm>
          <a:prstGeom prst="rect">
            <a:avLst/>
          </a:prstGeom>
        </p:spPr>
        <p:txBody>
          <a:bodyPr bIns="91440" anchor="b" anchorCtr="0">
            <a:noAutofit/>
          </a:bodyPr>
          <a:lstStyle/>
          <a:p>
            <a:r>
              <a:rPr kumimoji="0" lang="zh-TW" altLang="en-US" dirty="0"/>
              <a:t>按一下以編輯母片標題樣式</a:t>
            </a:r>
            <a:endParaRPr kumimoji="0" lang="en-US" dirty="0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179512" y="843558"/>
            <a:ext cx="8784976" cy="410445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TW" altLang="en-US" dirty="0"/>
              <a:t>按一下以編輯母片文字樣式</a:t>
            </a:r>
          </a:p>
          <a:p>
            <a:pPr lvl="1" eaLnBrk="1" latinLnBrk="0" hangingPunct="1"/>
            <a:r>
              <a:rPr kumimoji="0" lang="zh-TW" altLang="en-US" dirty="0"/>
              <a:t>第二層</a:t>
            </a:r>
          </a:p>
          <a:p>
            <a:pPr lvl="2" eaLnBrk="1" latinLnBrk="0" hangingPunct="1"/>
            <a:r>
              <a:rPr kumimoji="0" lang="zh-TW" altLang="en-US" dirty="0"/>
              <a:t>第三層</a:t>
            </a:r>
          </a:p>
          <a:p>
            <a:pPr lvl="3" eaLnBrk="1" latinLnBrk="0" hangingPunct="1"/>
            <a:r>
              <a:rPr kumimoji="0" lang="zh-TW" altLang="en-US" dirty="0"/>
              <a:t>第四層</a:t>
            </a: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467544" y="5020022"/>
            <a:ext cx="3962400" cy="123478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800" b="0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 Narrow" panose="020B0606020202030204" pitchFamily="34" charset="0"/>
              </a:defRPr>
            </a:lvl1pPr>
          </a:lstStyle>
          <a:p>
            <a:pPr>
              <a:spcBef>
                <a:spcPct val="50000"/>
              </a:spcBef>
            </a:pPr>
            <a:r>
              <a:rPr lang="en-GB" altLang="zh-TW" dirty="0"/>
              <a:t>Gilbert Chang Proprietary and Confidential. </a:t>
            </a:r>
            <a:r>
              <a:rPr lang="en-US" altLang="zh-TW" dirty="0"/>
              <a:t>All rights reserved.</a:t>
            </a:r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107504" y="5018882"/>
            <a:ext cx="321240" cy="124618"/>
          </a:xfrm>
          <a:prstGeom prst="ellipse">
            <a:avLst/>
          </a:prstGeom>
          <a:noFill/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8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+mj-ea"/>
                <a:cs typeface="+mj-cs"/>
              </a:defRPr>
            </a:lvl1pPr>
          </a:lstStyle>
          <a:p>
            <a:fld id="{1892E2DA-0377-4499-B886-75ECE6B9CD9B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8244408" y="5018882"/>
            <a:ext cx="648072" cy="145156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800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 Narrow" panose="020B0606020202030204" pitchFamily="34" charset="0"/>
              </a:defRPr>
            </a:lvl1pPr>
          </a:lstStyle>
          <a:p>
            <a:fld id="{73383A0E-FCBF-473E-8C73-9A8325542DA3}" type="datetimeFigureOut">
              <a:rPr lang="zh-TW" altLang="en-US" smtClean="0"/>
              <a:pPr/>
              <a:t>2026/5/4</a:t>
            </a:fld>
            <a:endParaRPr lang="zh-TW" altLang="en-US" dirty="0"/>
          </a:p>
        </p:txBody>
      </p:sp>
      <p:sp>
        <p:nvSpPr>
          <p:cNvPr id="16" name="Google Shape;1920;p143">
            <a:extLst>
              <a:ext uri="{FF2B5EF4-FFF2-40B4-BE49-F238E27FC236}">
                <a16:creationId xmlns:a16="http://schemas.microsoft.com/office/drawing/2014/main" id="{8A018C10-5DAF-4473-BBD9-7E7C4DACE367}"/>
              </a:ext>
            </a:extLst>
          </p:cNvPr>
          <p:cNvSpPr/>
          <p:nvPr userDrawn="1"/>
        </p:nvSpPr>
        <p:spPr>
          <a:xfrm>
            <a:off x="8845791" y="4864755"/>
            <a:ext cx="298209" cy="299283"/>
          </a:xfrm>
          <a:custGeom>
            <a:avLst/>
            <a:gdLst/>
            <a:ahLst/>
            <a:cxnLst/>
            <a:rect l="l" t="t" r="r" b="b"/>
            <a:pathLst>
              <a:path w="631131" h="633403" extrusionOk="0">
                <a:moveTo>
                  <a:pt x="385677" y="571829"/>
                </a:moveTo>
                <a:lnTo>
                  <a:pt x="403207" y="571829"/>
                </a:lnTo>
                <a:lnTo>
                  <a:pt x="403207" y="624607"/>
                </a:lnTo>
                <a:cubicBezTo>
                  <a:pt x="403207" y="629469"/>
                  <a:pt x="399287" y="633403"/>
                  <a:pt x="394442" y="633403"/>
                </a:cubicBezTo>
                <a:cubicBezTo>
                  <a:pt x="389597" y="633403"/>
                  <a:pt x="385677" y="629469"/>
                  <a:pt x="385677" y="624607"/>
                </a:cubicBezTo>
                <a:close/>
                <a:moveTo>
                  <a:pt x="306796" y="571829"/>
                </a:moveTo>
                <a:lnTo>
                  <a:pt x="324326" y="571829"/>
                </a:lnTo>
                <a:lnTo>
                  <a:pt x="324326" y="624607"/>
                </a:lnTo>
                <a:cubicBezTo>
                  <a:pt x="324326" y="629469"/>
                  <a:pt x="320406" y="633403"/>
                  <a:pt x="315561" y="633403"/>
                </a:cubicBezTo>
                <a:cubicBezTo>
                  <a:pt x="310716" y="633403"/>
                  <a:pt x="306796" y="629469"/>
                  <a:pt x="306796" y="624607"/>
                </a:cubicBezTo>
                <a:close/>
                <a:moveTo>
                  <a:pt x="227915" y="571829"/>
                </a:moveTo>
                <a:lnTo>
                  <a:pt x="245445" y="571829"/>
                </a:lnTo>
                <a:lnTo>
                  <a:pt x="245445" y="624607"/>
                </a:lnTo>
                <a:cubicBezTo>
                  <a:pt x="245445" y="629469"/>
                  <a:pt x="241525" y="633403"/>
                  <a:pt x="236680" y="633403"/>
                </a:cubicBezTo>
                <a:cubicBezTo>
                  <a:pt x="231835" y="633403"/>
                  <a:pt x="227915" y="629469"/>
                  <a:pt x="227915" y="624607"/>
                </a:cubicBezTo>
                <a:close/>
                <a:moveTo>
                  <a:pt x="188456" y="519054"/>
                </a:moveTo>
                <a:lnTo>
                  <a:pt x="442671" y="519054"/>
                </a:lnTo>
                <a:lnTo>
                  <a:pt x="442671" y="554239"/>
                </a:lnTo>
                <a:lnTo>
                  <a:pt x="188456" y="554239"/>
                </a:lnTo>
                <a:close/>
                <a:moveTo>
                  <a:pt x="569778" y="387074"/>
                </a:moveTo>
                <a:lnTo>
                  <a:pt x="622366" y="387074"/>
                </a:lnTo>
                <a:cubicBezTo>
                  <a:pt x="627210" y="387074"/>
                  <a:pt x="631131" y="391008"/>
                  <a:pt x="631131" y="395870"/>
                </a:cubicBezTo>
                <a:cubicBezTo>
                  <a:pt x="631131" y="400732"/>
                  <a:pt x="627210" y="404667"/>
                  <a:pt x="622366" y="404667"/>
                </a:cubicBezTo>
                <a:lnTo>
                  <a:pt x="569778" y="404667"/>
                </a:lnTo>
                <a:close/>
                <a:moveTo>
                  <a:pt x="8765" y="387071"/>
                </a:moveTo>
                <a:lnTo>
                  <a:pt x="61352" y="387071"/>
                </a:lnTo>
                <a:lnTo>
                  <a:pt x="61352" y="404664"/>
                </a:lnTo>
                <a:lnTo>
                  <a:pt x="8765" y="404664"/>
                </a:lnTo>
                <a:cubicBezTo>
                  <a:pt x="3920" y="404664"/>
                  <a:pt x="0" y="400730"/>
                  <a:pt x="0" y="395868"/>
                </a:cubicBezTo>
                <a:lnTo>
                  <a:pt x="0" y="395867"/>
                </a:lnTo>
                <a:cubicBezTo>
                  <a:pt x="0" y="391042"/>
                  <a:pt x="3920" y="387071"/>
                  <a:pt x="8765" y="387071"/>
                </a:cubicBezTo>
                <a:close/>
                <a:moveTo>
                  <a:pt x="315531" y="376638"/>
                </a:moveTo>
                <a:cubicBezTo>
                  <a:pt x="325516" y="381686"/>
                  <a:pt x="335353" y="386177"/>
                  <a:pt x="344968" y="390185"/>
                </a:cubicBezTo>
                <a:cubicBezTo>
                  <a:pt x="337424" y="434574"/>
                  <a:pt x="324000" y="457475"/>
                  <a:pt x="315568" y="457475"/>
                </a:cubicBezTo>
                <a:cubicBezTo>
                  <a:pt x="307135" y="457475"/>
                  <a:pt x="293711" y="434575"/>
                  <a:pt x="286167" y="390148"/>
                </a:cubicBezTo>
                <a:cubicBezTo>
                  <a:pt x="295820" y="386139"/>
                  <a:pt x="305693" y="381574"/>
                  <a:pt x="315531" y="376638"/>
                </a:cubicBezTo>
                <a:close/>
                <a:moveTo>
                  <a:pt x="348954" y="358229"/>
                </a:moveTo>
                <a:cubicBezTo>
                  <a:pt x="348547" y="363054"/>
                  <a:pt x="348067" y="367694"/>
                  <a:pt x="347549" y="372185"/>
                </a:cubicBezTo>
                <a:cubicBezTo>
                  <a:pt x="343333" y="370366"/>
                  <a:pt x="339043" y="368436"/>
                  <a:pt x="334753" y="366432"/>
                </a:cubicBezTo>
                <a:cubicBezTo>
                  <a:pt x="337120" y="365132"/>
                  <a:pt x="339487" y="363759"/>
                  <a:pt x="341854" y="362423"/>
                </a:cubicBezTo>
                <a:cubicBezTo>
                  <a:pt x="344221" y="361050"/>
                  <a:pt x="346587" y="359639"/>
                  <a:pt x="348954" y="358229"/>
                </a:cubicBezTo>
                <a:close/>
                <a:moveTo>
                  <a:pt x="282172" y="358229"/>
                </a:moveTo>
                <a:cubicBezTo>
                  <a:pt x="284539" y="359639"/>
                  <a:pt x="286906" y="361050"/>
                  <a:pt x="289272" y="362423"/>
                </a:cubicBezTo>
                <a:lnTo>
                  <a:pt x="289273" y="362423"/>
                </a:lnTo>
                <a:cubicBezTo>
                  <a:pt x="291640" y="363797"/>
                  <a:pt x="294043" y="365133"/>
                  <a:pt x="296410" y="366506"/>
                </a:cubicBezTo>
                <a:cubicBezTo>
                  <a:pt x="292009" y="368584"/>
                  <a:pt x="287719" y="370514"/>
                  <a:pt x="283577" y="372296"/>
                </a:cubicBezTo>
                <a:cubicBezTo>
                  <a:pt x="283060" y="367768"/>
                  <a:pt x="282579" y="363091"/>
                  <a:pt x="282172" y="358229"/>
                </a:cubicBezTo>
                <a:close/>
                <a:moveTo>
                  <a:pt x="237458" y="327875"/>
                </a:moveTo>
                <a:cubicBezTo>
                  <a:pt x="245780" y="334259"/>
                  <a:pt x="254655" y="340569"/>
                  <a:pt x="263826" y="346693"/>
                </a:cubicBezTo>
                <a:cubicBezTo>
                  <a:pt x="264492" y="357716"/>
                  <a:pt x="265490" y="368590"/>
                  <a:pt x="266859" y="379020"/>
                </a:cubicBezTo>
                <a:cubicBezTo>
                  <a:pt x="224774" y="394645"/>
                  <a:pt x="198295" y="394423"/>
                  <a:pt x="194079" y="387111"/>
                </a:cubicBezTo>
                <a:cubicBezTo>
                  <a:pt x="189900" y="379762"/>
                  <a:pt x="202918" y="356639"/>
                  <a:pt x="237458" y="327875"/>
                </a:cubicBezTo>
                <a:close/>
                <a:moveTo>
                  <a:pt x="393632" y="327832"/>
                </a:moveTo>
                <a:cubicBezTo>
                  <a:pt x="428172" y="356634"/>
                  <a:pt x="441227" y="379756"/>
                  <a:pt x="437011" y="387068"/>
                </a:cubicBezTo>
                <a:cubicBezTo>
                  <a:pt x="434865" y="390817"/>
                  <a:pt x="423253" y="395233"/>
                  <a:pt x="393372" y="387959"/>
                </a:cubicBezTo>
                <a:cubicBezTo>
                  <a:pt x="384238" y="385732"/>
                  <a:pt x="374438" y="382651"/>
                  <a:pt x="364231" y="378866"/>
                </a:cubicBezTo>
                <a:cubicBezTo>
                  <a:pt x="365599" y="368474"/>
                  <a:pt x="366598" y="357636"/>
                  <a:pt x="367263" y="346650"/>
                </a:cubicBezTo>
                <a:cubicBezTo>
                  <a:pt x="376472" y="340562"/>
                  <a:pt x="385348" y="334253"/>
                  <a:pt x="393632" y="327832"/>
                </a:cubicBezTo>
                <a:close/>
                <a:moveTo>
                  <a:pt x="368078" y="308425"/>
                </a:moveTo>
                <a:cubicBezTo>
                  <a:pt x="372072" y="311209"/>
                  <a:pt x="375881" y="313992"/>
                  <a:pt x="379505" y="316702"/>
                </a:cubicBezTo>
                <a:cubicBezTo>
                  <a:pt x="375881" y="319411"/>
                  <a:pt x="372072" y="322195"/>
                  <a:pt x="368078" y="324978"/>
                </a:cubicBezTo>
                <a:cubicBezTo>
                  <a:pt x="368115" y="322195"/>
                  <a:pt x="368152" y="319448"/>
                  <a:pt x="368152" y="316702"/>
                </a:cubicBezTo>
                <a:cubicBezTo>
                  <a:pt x="368152" y="313918"/>
                  <a:pt x="368115" y="311171"/>
                  <a:pt x="368078" y="308425"/>
                </a:cubicBezTo>
                <a:close/>
                <a:moveTo>
                  <a:pt x="263048" y="308425"/>
                </a:moveTo>
                <a:cubicBezTo>
                  <a:pt x="263011" y="311209"/>
                  <a:pt x="262974" y="313955"/>
                  <a:pt x="262974" y="316702"/>
                </a:cubicBezTo>
                <a:cubicBezTo>
                  <a:pt x="262974" y="319448"/>
                  <a:pt x="262974" y="322195"/>
                  <a:pt x="263048" y="324978"/>
                </a:cubicBezTo>
                <a:cubicBezTo>
                  <a:pt x="259054" y="322195"/>
                  <a:pt x="255245" y="319411"/>
                  <a:pt x="251621" y="316702"/>
                </a:cubicBezTo>
                <a:cubicBezTo>
                  <a:pt x="255245" y="313992"/>
                  <a:pt x="259054" y="311209"/>
                  <a:pt x="263048" y="308425"/>
                </a:cubicBezTo>
                <a:close/>
                <a:moveTo>
                  <a:pt x="569778" y="307907"/>
                </a:moveTo>
                <a:lnTo>
                  <a:pt x="622366" y="307907"/>
                </a:lnTo>
                <a:cubicBezTo>
                  <a:pt x="627210" y="307907"/>
                  <a:pt x="631131" y="311841"/>
                  <a:pt x="631131" y="316703"/>
                </a:cubicBezTo>
                <a:cubicBezTo>
                  <a:pt x="631131" y="321565"/>
                  <a:pt x="627210" y="325500"/>
                  <a:pt x="622366" y="325500"/>
                </a:cubicBezTo>
                <a:lnTo>
                  <a:pt x="569778" y="325500"/>
                </a:lnTo>
                <a:close/>
                <a:moveTo>
                  <a:pt x="8765" y="307905"/>
                </a:moveTo>
                <a:lnTo>
                  <a:pt x="61352" y="307905"/>
                </a:lnTo>
                <a:lnTo>
                  <a:pt x="61352" y="325498"/>
                </a:lnTo>
                <a:lnTo>
                  <a:pt x="8765" y="325498"/>
                </a:lnTo>
                <a:cubicBezTo>
                  <a:pt x="3920" y="325498"/>
                  <a:pt x="0" y="321564"/>
                  <a:pt x="0" y="316702"/>
                </a:cubicBezTo>
                <a:lnTo>
                  <a:pt x="0" y="316701"/>
                </a:lnTo>
                <a:cubicBezTo>
                  <a:pt x="0" y="311839"/>
                  <a:pt x="3920" y="307905"/>
                  <a:pt x="8765" y="307905"/>
                </a:cubicBezTo>
                <a:close/>
                <a:moveTo>
                  <a:pt x="315604" y="276544"/>
                </a:moveTo>
                <a:cubicBezTo>
                  <a:pt x="321262" y="279550"/>
                  <a:pt x="327105" y="282742"/>
                  <a:pt x="333096" y="286231"/>
                </a:cubicBezTo>
                <a:cubicBezTo>
                  <a:pt x="339087" y="289720"/>
                  <a:pt x="344783" y="293172"/>
                  <a:pt x="350293" y="296623"/>
                </a:cubicBezTo>
                <a:cubicBezTo>
                  <a:pt x="350515" y="303082"/>
                  <a:pt x="350663" y="309762"/>
                  <a:pt x="350663" y="316703"/>
                </a:cubicBezTo>
                <a:cubicBezTo>
                  <a:pt x="350663" y="323644"/>
                  <a:pt x="350552" y="330324"/>
                  <a:pt x="350293" y="336782"/>
                </a:cubicBezTo>
                <a:cubicBezTo>
                  <a:pt x="344820" y="340235"/>
                  <a:pt x="339124" y="343686"/>
                  <a:pt x="333133" y="347175"/>
                </a:cubicBezTo>
                <a:cubicBezTo>
                  <a:pt x="327105" y="350627"/>
                  <a:pt x="321299" y="353856"/>
                  <a:pt x="315604" y="356862"/>
                </a:cubicBezTo>
                <a:cubicBezTo>
                  <a:pt x="309761" y="353782"/>
                  <a:pt x="303880" y="350553"/>
                  <a:pt x="298037" y="347175"/>
                </a:cubicBezTo>
                <a:cubicBezTo>
                  <a:pt x="292009" y="343686"/>
                  <a:pt x="286314" y="340234"/>
                  <a:pt x="280878" y="336782"/>
                </a:cubicBezTo>
                <a:cubicBezTo>
                  <a:pt x="280656" y="330324"/>
                  <a:pt x="280508" y="323644"/>
                  <a:pt x="280508" y="316703"/>
                </a:cubicBezTo>
                <a:cubicBezTo>
                  <a:pt x="280508" y="309762"/>
                  <a:pt x="280656" y="303082"/>
                  <a:pt x="280878" y="296623"/>
                </a:cubicBezTo>
                <a:cubicBezTo>
                  <a:pt x="286351" y="293171"/>
                  <a:pt x="292046" y="289720"/>
                  <a:pt x="298037" y="286231"/>
                </a:cubicBezTo>
                <a:cubicBezTo>
                  <a:pt x="303917" y="282854"/>
                  <a:pt x="309761" y="279625"/>
                  <a:pt x="315604" y="276544"/>
                </a:cubicBezTo>
                <a:close/>
                <a:moveTo>
                  <a:pt x="347549" y="261219"/>
                </a:moveTo>
                <a:cubicBezTo>
                  <a:pt x="348067" y="265673"/>
                  <a:pt x="348548" y="270350"/>
                  <a:pt x="348954" y="275175"/>
                </a:cubicBezTo>
                <a:cubicBezTo>
                  <a:pt x="346587" y="273764"/>
                  <a:pt x="344221" y="272354"/>
                  <a:pt x="341854" y="270981"/>
                </a:cubicBezTo>
                <a:lnTo>
                  <a:pt x="341853" y="270980"/>
                </a:lnTo>
                <a:cubicBezTo>
                  <a:pt x="339487" y="269644"/>
                  <a:pt x="337120" y="268271"/>
                  <a:pt x="334753" y="266972"/>
                </a:cubicBezTo>
                <a:cubicBezTo>
                  <a:pt x="339080" y="264968"/>
                  <a:pt x="343333" y="263038"/>
                  <a:pt x="347549" y="261219"/>
                </a:cubicBezTo>
                <a:close/>
                <a:moveTo>
                  <a:pt x="283606" y="261143"/>
                </a:moveTo>
                <a:cubicBezTo>
                  <a:pt x="287749" y="262925"/>
                  <a:pt x="292038" y="264855"/>
                  <a:pt x="296439" y="266933"/>
                </a:cubicBezTo>
                <a:cubicBezTo>
                  <a:pt x="294035" y="268269"/>
                  <a:pt x="291631" y="269606"/>
                  <a:pt x="289301" y="271016"/>
                </a:cubicBezTo>
                <a:cubicBezTo>
                  <a:pt x="286935" y="272389"/>
                  <a:pt x="284568" y="273800"/>
                  <a:pt x="282201" y="275210"/>
                </a:cubicBezTo>
                <a:cubicBezTo>
                  <a:pt x="282608" y="270348"/>
                  <a:pt x="283089" y="265671"/>
                  <a:pt x="283606" y="261143"/>
                </a:cubicBezTo>
                <a:close/>
                <a:moveTo>
                  <a:pt x="425592" y="241768"/>
                </a:moveTo>
                <a:cubicBezTo>
                  <a:pt x="432499" y="242427"/>
                  <a:pt x="435938" y="244459"/>
                  <a:pt x="437010" y="246333"/>
                </a:cubicBezTo>
                <a:cubicBezTo>
                  <a:pt x="441226" y="253646"/>
                  <a:pt x="428208" y="276768"/>
                  <a:pt x="393631" y="305569"/>
                </a:cubicBezTo>
                <a:cubicBezTo>
                  <a:pt x="385309" y="299148"/>
                  <a:pt x="376471" y="292838"/>
                  <a:pt x="367262" y="286752"/>
                </a:cubicBezTo>
                <a:cubicBezTo>
                  <a:pt x="366597" y="275766"/>
                  <a:pt x="365598" y="264929"/>
                  <a:pt x="364230" y="254536"/>
                </a:cubicBezTo>
                <a:cubicBezTo>
                  <a:pt x="374474" y="250713"/>
                  <a:pt x="384274" y="247670"/>
                  <a:pt x="393371" y="245443"/>
                </a:cubicBezTo>
                <a:cubicBezTo>
                  <a:pt x="408312" y="241824"/>
                  <a:pt x="418686" y="241109"/>
                  <a:pt x="425592" y="241768"/>
                </a:cubicBezTo>
                <a:close/>
                <a:moveTo>
                  <a:pt x="210165" y="241510"/>
                </a:moveTo>
                <a:cubicBezTo>
                  <a:pt x="222739" y="241510"/>
                  <a:pt x="242117" y="245222"/>
                  <a:pt x="266895" y="254426"/>
                </a:cubicBezTo>
                <a:cubicBezTo>
                  <a:pt x="265527" y="264855"/>
                  <a:pt x="264528" y="275693"/>
                  <a:pt x="263863" y="286753"/>
                </a:cubicBezTo>
                <a:cubicBezTo>
                  <a:pt x="254654" y="292841"/>
                  <a:pt x="245778" y="299150"/>
                  <a:pt x="237494" y="305571"/>
                </a:cubicBezTo>
                <a:cubicBezTo>
                  <a:pt x="202954" y="276769"/>
                  <a:pt x="189899" y="253647"/>
                  <a:pt x="194115" y="246335"/>
                </a:cubicBezTo>
                <a:cubicBezTo>
                  <a:pt x="195854" y="243329"/>
                  <a:pt x="201364" y="241510"/>
                  <a:pt x="210165" y="241510"/>
                </a:cubicBezTo>
                <a:close/>
                <a:moveTo>
                  <a:pt x="569774" y="228739"/>
                </a:moveTo>
                <a:lnTo>
                  <a:pt x="622362" y="228739"/>
                </a:lnTo>
                <a:cubicBezTo>
                  <a:pt x="627206" y="228739"/>
                  <a:pt x="631127" y="232673"/>
                  <a:pt x="631127" y="237535"/>
                </a:cubicBezTo>
                <a:lnTo>
                  <a:pt x="631127" y="237536"/>
                </a:lnTo>
                <a:cubicBezTo>
                  <a:pt x="631127" y="242361"/>
                  <a:pt x="627206" y="246332"/>
                  <a:pt x="622362" y="246332"/>
                </a:cubicBezTo>
                <a:lnTo>
                  <a:pt x="569774" y="246332"/>
                </a:lnTo>
                <a:close/>
                <a:moveTo>
                  <a:pt x="8765" y="228739"/>
                </a:moveTo>
                <a:lnTo>
                  <a:pt x="61352" y="228739"/>
                </a:lnTo>
                <a:lnTo>
                  <a:pt x="61352" y="246332"/>
                </a:lnTo>
                <a:lnTo>
                  <a:pt x="8765" y="246332"/>
                </a:lnTo>
                <a:cubicBezTo>
                  <a:pt x="3920" y="246332"/>
                  <a:pt x="0" y="242398"/>
                  <a:pt x="0" y="237536"/>
                </a:cubicBezTo>
                <a:lnTo>
                  <a:pt x="0" y="237535"/>
                </a:lnTo>
                <a:cubicBezTo>
                  <a:pt x="0" y="232673"/>
                  <a:pt x="3920" y="228739"/>
                  <a:pt x="8765" y="228739"/>
                </a:cubicBezTo>
                <a:close/>
                <a:moveTo>
                  <a:pt x="517188" y="189135"/>
                </a:moveTo>
                <a:lnTo>
                  <a:pt x="552246" y="189135"/>
                </a:lnTo>
                <a:lnTo>
                  <a:pt x="552246" y="444269"/>
                </a:lnTo>
                <a:lnTo>
                  <a:pt x="517188" y="444269"/>
                </a:lnTo>
                <a:close/>
                <a:moveTo>
                  <a:pt x="78881" y="189125"/>
                </a:moveTo>
                <a:lnTo>
                  <a:pt x="113939" y="189125"/>
                </a:lnTo>
                <a:lnTo>
                  <a:pt x="113939" y="444259"/>
                </a:lnTo>
                <a:lnTo>
                  <a:pt x="78881" y="444259"/>
                </a:lnTo>
                <a:lnTo>
                  <a:pt x="78881" y="219938"/>
                </a:lnTo>
                <a:close/>
                <a:moveTo>
                  <a:pt x="315559" y="175928"/>
                </a:moveTo>
                <a:cubicBezTo>
                  <a:pt x="323991" y="175928"/>
                  <a:pt x="337415" y="198828"/>
                  <a:pt x="344959" y="243218"/>
                </a:cubicBezTo>
                <a:cubicBezTo>
                  <a:pt x="335381" y="247226"/>
                  <a:pt x="325507" y="251754"/>
                  <a:pt x="315522" y="256765"/>
                </a:cubicBezTo>
                <a:cubicBezTo>
                  <a:pt x="305684" y="251828"/>
                  <a:pt x="295810" y="247263"/>
                  <a:pt x="286121" y="243255"/>
                </a:cubicBezTo>
                <a:cubicBezTo>
                  <a:pt x="293702" y="198828"/>
                  <a:pt x="307126" y="175928"/>
                  <a:pt x="315559" y="175928"/>
                </a:cubicBezTo>
                <a:close/>
                <a:moveTo>
                  <a:pt x="315559" y="158332"/>
                </a:moveTo>
                <a:cubicBezTo>
                  <a:pt x="293185" y="158332"/>
                  <a:pt x="277727" y="191846"/>
                  <a:pt x="269554" y="236867"/>
                </a:cubicBezTo>
                <a:cubicBezTo>
                  <a:pt x="226693" y="221427"/>
                  <a:pt x="190081" y="218124"/>
                  <a:pt x="178875" y="237572"/>
                </a:cubicBezTo>
                <a:cubicBezTo>
                  <a:pt x="167708" y="257020"/>
                  <a:pt x="188860" y="287195"/>
                  <a:pt x="223623" y="316739"/>
                </a:cubicBezTo>
                <a:cubicBezTo>
                  <a:pt x="188860" y="346282"/>
                  <a:pt x="167670" y="376456"/>
                  <a:pt x="178875" y="395905"/>
                </a:cubicBezTo>
                <a:cubicBezTo>
                  <a:pt x="184275" y="405295"/>
                  <a:pt x="195555" y="409378"/>
                  <a:pt x="210606" y="409378"/>
                </a:cubicBezTo>
                <a:cubicBezTo>
                  <a:pt x="226804" y="409378"/>
                  <a:pt x="247365" y="404627"/>
                  <a:pt x="269592" y="396610"/>
                </a:cubicBezTo>
                <a:cubicBezTo>
                  <a:pt x="277728" y="441594"/>
                  <a:pt x="293186" y="475071"/>
                  <a:pt x="315560" y="475071"/>
                </a:cubicBezTo>
                <a:cubicBezTo>
                  <a:pt x="337934" y="475071"/>
                  <a:pt x="353392" y="441594"/>
                  <a:pt x="361528" y="396573"/>
                </a:cubicBezTo>
                <a:cubicBezTo>
                  <a:pt x="371218" y="400062"/>
                  <a:pt x="380500" y="402920"/>
                  <a:pt x="389265" y="405035"/>
                </a:cubicBezTo>
                <a:cubicBezTo>
                  <a:pt x="401173" y="407930"/>
                  <a:pt x="411639" y="409378"/>
                  <a:pt x="420514" y="409378"/>
                </a:cubicBezTo>
                <a:cubicBezTo>
                  <a:pt x="436269" y="409378"/>
                  <a:pt x="447030" y="404849"/>
                  <a:pt x="452208" y="395868"/>
                </a:cubicBezTo>
                <a:lnTo>
                  <a:pt x="452206" y="395868"/>
                </a:lnTo>
                <a:cubicBezTo>
                  <a:pt x="463411" y="376420"/>
                  <a:pt x="442221" y="346246"/>
                  <a:pt x="407458" y="316702"/>
                </a:cubicBezTo>
                <a:cubicBezTo>
                  <a:pt x="442221" y="287159"/>
                  <a:pt x="463411" y="256984"/>
                  <a:pt x="452206" y="237535"/>
                </a:cubicBezTo>
                <a:cubicBezTo>
                  <a:pt x="444145" y="223469"/>
                  <a:pt x="422362" y="220277"/>
                  <a:pt x="389264" y="228331"/>
                </a:cubicBezTo>
                <a:cubicBezTo>
                  <a:pt x="380536" y="230446"/>
                  <a:pt x="371216" y="233304"/>
                  <a:pt x="361527" y="236793"/>
                </a:cubicBezTo>
                <a:cubicBezTo>
                  <a:pt x="353391" y="191809"/>
                  <a:pt x="337933" y="158332"/>
                  <a:pt x="315559" y="158332"/>
                </a:cubicBezTo>
                <a:close/>
                <a:moveTo>
                  <a:pt x="447623" y="131942"/>
                </a:moveTo>
                <a:cubicBezTo>
                  <a:pt x="476283" y="131942"/>
                  <a:pt x="499619" y="155325"/>
                  <a:pt x="499656" y="184089"/>
                </a:cubicBezTo>
                <a:lnTo>
                  <a:pt x="499656" y="449313"/>
                </a:lnTo>
                <a:cubicBezTo>
                  <a:pt x="499619" y="478078"/>
                  <a:pt x="476320" y="501460"/>
                  <a:pt x="447660" y="501460"/>
                </a:cubicBezTo>
                <a:lnTo>
                  <a:pt x="183504" y="501460"/>
                </a:lnTo>
                <a:cubicBezTo>
                  <a:pt x="154806" y="501460"/>
                  <a:pt x="131471" y="478040"/>
                  <a:pt x="131471" y="449276"/>
                </a:cubicBezTo>
                <a:lnTo>
                  <a:pt x="131471" y="184166"/>
                </a:lnTo>
                <a:cubicBezTo>
                  <a:pt x="131471" y="155364"/>
                  <a:pt x="154807" y="131945"/>
                  <a:pt x="183504" y="131945"/>
                </a:cubicBezTo>
                <a:lnTo>
                  <a:pt x="447622" y="131945"/>
                </a:lnTo>
                <a:close/>
                <a:moveTo>
                  <a:pt x="188456" y="79165"/>
                </a:moveTo>
                <a:lnTo>
                  <a:pt x="442671" y="79165"/>
                </a:lnTo>
                <a:lnTo>
                  <a:pt x="442671" y="114350"/>
                </a:lnTo>
                <a:lnTo>
                  <a:pt x="188456" y="114350"/>
                </a:lnTo>
                <a:close/>
                <a:moveTo>
                  <a:pt x="394447" y="0"/>
                </a:moveTo>
                <a:cubicBezTo>
                  <a:pt x="399291" y="0"/>
                  <a:pt x="403211" y="3934"/>
                  <a:pt x="403211" y="8796"/>
                </a:cubicBezTo>
                <a:lnTo>
                  <a:pt x="403212" y="61574"/>
                </a:lnTo>
                <a:lnTo>
                  <a:pt x="385682" y="61574"/>
                </a:lnTo>
                <a:lnTo>
                  <a:pt x="385682" y="8796"/>
                </a:lnTo>
                <a:cubicBezTo>
                  <a:pt x="385682" y="3934"/>
                  <a:pt x="389602" y="0"/>
                  <a:pt x="394447" y="0"/>
                </a:cubicBezTo>
                <a:close/>
                <a:moveTo>
                  <a:pt x="315566" y="0"/>
                </a:moveTo>
                <a:cubicBezTo>
                  <a:pt x="320410" y="0"/>
                  <a:pt x="324330" y="3934"/>
                  <a:pt x="324330" y="8796"/>
                </a:cubicBezTo>
                <a:lnTo>
                  <a:pt x="324331" y="61574"/>
                </a:lnTo>
                <a:lnTo>
                  <a:pt x="306801" y="61574"/>
                </a:lnTo>
                <a:lnTo>
                  <a:pt x="306801" y="8796"/>
                </a:lnTo>
                <a:cubicBezTo>
                  <a:pt x="306801" y="3934"/>
                  <a:pt x="310721" y="0"/>
                  <a:pt x="315566" y="0"/>
                </a:cubicBezTo>
                <a:close/>
                <a:moveTo>
                  <a:pt x="236684" y="0"/>
                </a:moveTo>
                <a:cubicBezTo>
                  <a:pt x="241528" y="0"/>
                  <a:pt x="245448" y="3934"/>
                  <a:pt x="245448" y="8796"/>
                </a:cubicBezTo>
                <a:lnTo>
                  <a:pt x="245449" y="61574"/>
                </a:lnTo>
                <a:lnTo>
                  <a:pt x="227919" y="61574"/>
                </a:lnTo>
                <a:lnTo>
                  <a:pt x="227919" y="8796"/>
                </a:lnTo>
                <a:cubicBezTo>
                  <a:pt x="227919" y="3934"/>
                  <a:pt x="231839" y="0"/>
                  <a:pt x="23668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31375" tIns="15675" rIns="31375" bIns="15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17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640" r:id="rId1"/>
    <p:sldLayoutId id="2147485641" r:id="rId2"/>
    <p:sldLayoutId id="2147485623" r:id="rId3"/>
    <p:sldLayoutId id="2147485628" r:id="rId4"/>
  </p:sldLayoutIdLst>
  <p:txStyles>
    <p:titleStyle>
      <a:lvl1pPr algn="l" rtl="0" eaLnBrk="1" latinLnBrk="0" hangingPunct="1">
        <a:spcBef>
          <a:spcPct val="0"/>
        </a:spcBef>
        <a:buNone/>
        <a:defRPr kumimoji="0" sz="2800" kern="1200">
          <a:solidFill>
            <a:schemeClr val="tx1"/>
          </a:solidFill>
          <a:latin typeface="Times New Roman" panose="02020603050405020304" pitchFamily="18" charset="0"/>
          <a:ea typeface="標楷體" pitchFamily="65" charset="-120"/>
          <a:cs typeface="Times New Roman" panose="02020603050405020304" pitchFamily="18" charset="0"/>
        </a:defRPr>
      </a:lvl1pPr>
    </p:titleStyle>
    <p:bodyStyle>
      <a:lvl1pPr marL="266700" indent="-266700" algn="l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85000"/>
        <a:buFont typeface="+mj-lt"/>
        <a:buAutoNum type="arabicPeriod"/>
        <a:defRPr kumimoji="0" sz="2000" kern="900" baseline="0">
          <a:solidFill>
            <a:schemeClr val="tx1"/>
          </a:solidFill>
          <a:latin typeface="Times New Roman" panose="02020603050405020304" pitchFamily="18" charset="0"/>
          <a:ea typeface="標楷體" pitchFamily="65" charset="-120"/>
          <a:cs typeface="Times New Roman" panose="02020603050405020304" pitchFamily="18" charset="0"/>
        </a:defRPr>
      </a:lvl1pPr>
      <a:lvl2pPr marL="450850" indent="-184150" algn="l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85000"/>
        <a:buFont typeface="Wingdings" pitchFamily="2" charset="2"/>
        <a:buChar char="l"/>
        <a:defRPr kumimoji="0" sz="1800" kern="900" baseline="0">
          <a:solidFill>
            <a:schemeClr val="tx1"/>
          </a:solidFill>
          <a:latin typeface="Times New Roman" panose="02020603050405020304" pitchFamily="18" charset="0"/>
          <a:ea typeface="標楷體" pitchFamily="65" charset="-120"/>
          <a:cs typeface="Times New Roman" panose="02020603050405020304" pitchFamily="18" charset="0"/>
        </a:defRPr>
      </a:lvl2pPr>
      <a:lvl3pPr marL="717550" indent="-177800" algn="l" rtl="0" eaLnBrk="1" latinLnBrk="0" hangingPunct="1">
        <a:spcBef>
          <a:spcPts val="600"/>
        </a:spcBef>
        <a:buClr>
          <a:schemeClr val="tx1">
            <a:lumMod val="65000"/>
            <a:lumOff val="35000"/>
          </a:schemeClr>
        </a:buClr>
        <a:buSzPct val="75000"/>
        <a:buFont typeface="Wingdings" pitchFamily="2" charset="2"/>
        <a:buChar char="l"/>
        <a:defRPr kumimoji="0" sz="1600" kern="900" baseline="0">
          <a:solidFill>
            <a:schemeClr val="tx1"/>
          </a:solidFill>
          <a:latin typeface="Times New Roman" panose="02020603050405020304" pitchFamily="18" charset="0"/>
          <a:ea typeface="標楷體" pitchFamily="65" charset="-120"/>
          <a:cs typeface="Times New Roman" panose="02020603050405020304" pitchFamily="18" charset="0"/>
        </a:defRPr>
      </a:lvl3pPr>
      <a:lvl4pPr marL="984250" indent="-177800" algn="l" rtl="0" eaLnBrk="1" latinLnBrk="0" hangingPunct="1">
        <a:spcBef>
          <a:spcPts val="600"/>
        </a:spcBef>
        <a:buClr>
          <a:schemeClr val="tx1">
            <a:lumMod val="65000"/>
            <a:lumOff val="35000"/>
          </a:schemeClr>
        </a:buClr>
        <a:buSzPct val="60000"/>
        <a:buFont typeface="Wingdings" pitchFamily="2" charset="2"/>
        <a:buChar char="l"/>
        <a:defRPr kumimoji="0" sz="1600" kern="900" baseline="0">
          <a:solidFill>
            <a:schemeClr val="tx1"/>
          </a:solidFill>
          <a:latin typeface="Times New Roman" panose="02020603050405020304" pitchFamily="18" charset="0"/>
          <a:ea typeface="標楷體" pitchFamily="65" charset="-120"/>
          <a:cs typeface="Times New Roman" panose="02020603050405020304" pitchFamily="18" charset="0"/>
        </a:defRPr>
      </a:lvl4pPr>
      <a:lvl5pPr marL="1257300" indent="-177800" algn="l" rtl="0" eaLnBrk="1" latinLnBrk="0" hangingPunct="1">
        <a:spcBef>
          <a:spcPts val="600"/>
        </a:spcBef>
        <a:buClr>
          <a:schemeClr val="tx1">
            <a:lumMod val="65000"/>
            <a:lumOff val="35000"/>
          </a:schemeClr>
        </a:buClr>
        <a:buFont typeface="Wingdings" pitchFamily="2" charset="2"/>
        <a:buChar char="l"/>
        <a:defRPr kumimoji="0" sz="1600" kern="900" baseline="0">
          <a:solidFill>
            <a:schemeClr val="tx1">
              <a:lumMod val="65000"/>
              <a:lumOff val="35000"/>
            </a:schemeClr>
          </a:solidFill>
          <a:latin typeface="+mn-lt"/>
          <a:ea typeface="標楷體" pitchFamily="65" charset="-120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6313FF-24E9-400C-B51C-008E64505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71800" y="2427734"/>
            <a:ext cx="3096344" cy="895771"/>
          </a:xfrm>
        </p:spPr>
        <p:txBody>
          <a:bodyPr>
            <a:normAutofit/>
          </a:bodyPr>
          <a:lstStyle/>
          <a:p>
            <a:r>
              <a:rPr lang="en-US" dirty="0"/>
              <a:t>Group #2    May 4, 2026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47C9AA-539D-4826-8631-3D4A54AA9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Item Description Standardization</a:t>
            </a:r>
            <a:br>
              <a:rPr lang="en-US" dirty="0"/>
            </a:br>
            <a:r>
              <a:rPr lang="zh-TW" altLang="en-US" dirty="0"/>
              <a:t>物料描述標準化 </a:t>
            </a:r>
            <a:r>
              <a:rPr lang="en-US" altLang="zh-TW" dirty="0"/>
              <a:t>(v2)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CE1C44-997D-3469-732D-A48F701D43E7}"/>
              </a:ext>
            </a:extLst>
          </p:cNvPr>
          <p:cNvSpPr txBox="1"/>
          <p:nvPr/>
        </p:nvSpPr>
        <p:spPr>
          <a:xfrm>
            <a:off x="2771800" y="3120651"/>
            <a:ext cx="201622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鐘惠英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張冠倫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黃乃香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嚴秀惠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朱永彰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范三偉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49A1BF-7EC9-5F30-2A1A-998537D559C3}"/>
              </a:ext>
            </a:extLst>
          </p:cNvPr>
          <p:cNvSpPr txBox="1"/>
          <p:nvPr/>
        </p:nvSpPr>
        <p:spPr>
          <a:xfrm>
            <a:off x="6804248" y="4866501"/>
            <a:ext cx="20070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View In Slideshow Mode</a:t>
            </a:r>
            <a:endParaRPr lang="zh-TW" alt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5986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內容版面配置區 8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We are in a 30+ years company; major product is “cables”.</a:t>
            </a:r>
          </a:p>
          <a:p>
            <a:r>
              <a:rPr lang="en-US" dirty="0"/>
              <a:t>Due to various reasons, the item master data is not standardized.</a:t>
            </a:r>
          </a:p>
          <a:p>
            <a:r>
              <a:rPr lang="en-US" dirty="0"/>
              <a:t>Here we focus on item description standardization.</a:t>
            </a:r>
          </a:p>
          <a:p>
            <a:r>
              <a:rPr lang="en-US" dirty="0"/>
              <a:t>That will help to streamline the direct understanding of this item.</a:t>
            </a:r>
          </a:p>
          <a:p>
            <a:r>
              <a:rPr lang="en-US" dirty="0"/>
              <a:t>The mission here, is to use AI to standardize historical item descriptions.</a:t>
            </a:r>
          </a:p>
        </p:txBody>
      </p:sp>
      <p:sp>
        <p:nvSpPr>
          <p:cNvPr id="8" name="標題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</a:t>
            </a:r>
          </a:p>
        </p:txBody>
      </p:sp>
    </p:spTree>
    <p:extLst>
      <p:ext uri="{BB962C8B-B14F-4D97-AF65-F5344CB8AC3E}">
        <p14:creationId xmlns:p14="http://schemas.microsoft.com/office/powerpoint/2010/main" val="3367402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4EEF6E-C59F-42A5-85E7-30C6A051204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Input</a:t>
            </a:r>
          </a:p>
          <a:p>
            <a:r>
              <a:rPr lang="en-US" dirty="0"/>
              <a:t>We will provide about 4,500 descriptions with 95% confidence level. (Good.xlsx)</a:t>
            </a:r>
          </a:p>
          <a:p>
            <a:r>
              <a:rPr lang="en-US" dirty="0"/>
              <a:t>We will provide another 5,000 descriptions might need to be standardized. (No_Good.xlsx)</a:t>
            </a:r>
          </a:p>
          <a:p>
            <a:r>
              <a:rPr lang="en-US" dirty="0"/>
              <a:t>All item descriptions will be provided in Microsoft Excel (.xlsx) format.</a:t>
            </a:r>
          </a:p>
          <a:p>
            <a:r>
              <a:rPr lang="en-US" dirty="0"/>
              <a:t>To simplify this task, all items are single core cables.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PLS use any AI technology to standardize all the descriptions provided.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Output</a:t>
            </a:r>
          </a:p>
          <a:p>
            <a:r>
              <a:rPr lang="en-US" dirty="0"/>
              <a:t>PLS generate an Excel file with before/after the change.</a:t>
            </a:r>
          </a:p>
          <a:p>
            <a:r>
              <a:rPr lang="en-US" dirty="0"/>
              <a:t>PLS generate an AI-learned standard description rule.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28F1DC-0660-4EF7-835A-5982D6B11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&amp; Output</a:t>
            </a:r>
          </a:p>
        </p:txBody>
      </p:sp>
    </p:spTree>
    <p:extLst>
      <p:ext uri="{BB962C8B-B14F-4D97-AF65-F5344CB8AC3E}">
        <p14:creationId xmlns:p14="http://schemas.microsoft.com/office/powerpoint/2010/main" val="3808005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Picture 102">
            <a:extLst>
              <a:ext uri="{FF2B5EF4-FFF2-40B4-BE49-F238E27FC236}">
                <a16:creationId xmlns:a16="http://schemas.microsoft.com/office/drawing/2014/main" id="{7C6BE792-A24B-4F63-8837-290526BCA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887" y="785138"/>
            <a:ext cx="9144000" cy="3585337"/>
          </a:xfrm>
          <a:prstGeom prst="rect">
            <a:avLst/>
          </a:prstGeom>
        </p:spPr>
      </p:pic>
      <p:sp>
        <p:nvSpPr>
          <p:cNvPr id="104" name="Title 103">
            <a:extLst>
              <a:ext uri="{FF2B5EF4-FFF2-40B4-BE49-F238E27FC236}">
                <a16:creationId xmlns:a16="http://schemas.microsoft.com/office/drawing/2014/main" id="{8EB59881-DE97-4B72-8441-E9D6CDE16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for reference only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C9126BD-D462-47D1-9ECC-B02832DBC833}"/>
              </a:ext>
            </a:extLst>
          </p:cNvPr>
          <p:cNvGrpSpPr/>
          <p:nvPr/>
        </p:nvGrpSpPr>
        <p:grpSpPr>
          <a:xfrm>
            <a:off x="323528" y="1347614"/>
            <a:ext cx="7523855" cy="3166611"/>
            <a:chOff x="323528" y="1347614"/>
            <a:chExt cx="7523855" cy="316661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6562B48-15A9-44C3-BB6F-CC279EFD3F61}"/>
                </a:ext>
              </a:extLst>
            </p:cNvPr>
            <p:cNvSpPr txBox="1"/>
            <p:nvPr/>
          </p:nvSpPr>
          <p:spPr>
            <a:xfrm>
              <a:off x="4283968" y="3867894"/>
              <a:ext cx="3563415" cy="646331"/>
            </a:xfrm>
            <a:prstGeom prst="rect">
              <a:avLst/>
            </a:prstGeom>
            <a:solidFill>
              <a:srgbClr val="FFC00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Good = 1 ~ 4 fit to the rule</a:t>
              </a:r>
            </a:p>
            <a:p>
              <a:r>
                <a: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No_Good = not fit, even a comma</a:t>
              </a:r>
            </a:p>
          </p:txBody>
        </p:sp>
        <p:sp>
          <p:nvSpPr>
            <p:cNvPr id="3" name="Right Brace 2">
              <a:extLst>
                <a:ext uri="{FF2B5EF4-FFF2-40B4-BE49-F238E27FC236}">
                  <a16:creationId xmlns:a16="http://schemas.microsoft.com/office/drawing/2014/main" id="{33F4577D-83F9-4F10-AC95-5149475579E2}"/>
                </a:ext>
              </a:extLst>
            </p:cNvPr>
            <p:cNvSpPr/>
            <p:nvPr/>
          </p:nvSpPr>
          <p:spPr>
            <a:xfrm rot="5400000">
              <a:off x="2915816" y="-1244674"/>
              <a:ext cx="360040" cy="5544616"/>
            </a:xfrm>
            <a:prstGeom prst="rightBrace">
              <a:avLst>
                <a:gd name="adj1" fmla="val 32798"/>
                <a:gd name="adj2" fmla="val 50422"/>
              </a:avLst>
            </a:prstGeom>
            <a:ln w="57150">
              <a:solidFill>
                <a:srgbClr val="FFC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511BAA1F-F35C-4EB5-836D-13CF02D5686D}"/>
              </a:ext>
            </a:extLst>
          </p:cNvPr>
          <p:cNvSpPr/>
          <p:nvPr/>
        </p:nvSpPr>
        <p:spPr>
          <a:xfrm>
            <a:off x="0" y="1097328"/>
            <a:ext cx="9144000" cy="36724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72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621630-554D-0538-3202-2E53E2396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21" y="411510"/>
            <a:ext cx="7215960" cy="3528392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330155B-670C-7961-8130-E47913ED116E}"/>
              </a:ext>
            </a:extLst>
          </p:cNvPr>
          <p:cNvSpPr/>
          <p:nvPr/>
        </p:nvSpPr>
        <p:spPr>
          <a:xfrm rot="19386143">
            <a:off x="7049395" y="1017998"/>
            <a:ext cx="16722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altLang="zh-TW" sz="5400" b="1" cap="none" spc="0" dirty="0">
                <a:ln/>
                <a:solidFill>
                  <a:schemeClr val="accent3"/>
                </a:solidFill>
                <a:effectLst/>
              </a:rPr>
              <a:t>Goo</a:t>
            </a:r>
            <a:r>
              <a:rPr lang="en-US" altLang="zh-TW" sz="5400" b="1" dirty="0">
                <a:ln/>
                <a:solidFill>
                  <a:schemeClr val="accent3"/>
                </a:solidFill>
              </a:rPr>
              <a:t>d</a:t>
            </a:r>
            <a:endParaRPr lang="en-US" altLang="zh-TW" sz="5400" b="1" cap="none" spc="0" dirty="0">
              <a:ln/>
              <a:solidFill>
                <a:schemeClr val="accent3"/>
              </a:solidFill>
              <a:effectLst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BD4C336-8594-17C8-550D-B05894E0DA46}"/>
              </a:ext>
            </a:extLst>
          </p:cNvPr>
          <p:cNvGrpSpPr/>
          <p:nvPr/>
        </p:nvGrpSpPr>
        <p:grpSpPr>
          <a:xfrm>
            <a:off x="978889" y="638101"/>
            <a:ext cx="8138416" cy="4096322"/>
            <a:chOff x="1126374" y="707676"/>
            <a:chExt cx="8138416" cy="409632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84F2FB1-4621-E5C9-FF7D-4B1291D3D6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26374" y="707676"/>
              <a:ext cx="7640116" cy="4096322"/>
            </a:xfrm>
            <a:prstGeom prst="rect">
              <a:avLst/>
            </a:prstGeom>
            <a:ln w="38100">
              <a:solidFill>
                <a:srgbClr val="FF0000"/>
              </a:solidFill>
            </a:ln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297DAE8-4060-3A16-5A0A-A04B25F415C1}"/>
                </a:ext>
              </a:extLst>
            </p:cNvPr>
            <p:cNvSpPr/>
            <p:nvPr/>
          </p:nvSpPr>
          <p:spPr>
            <a:xfrm rot="19410519">
              <a:off x="6651574" y="1314065"/>
              <a:ext cx="2613216" cy="92333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91440" tIns="45720" rIns="91440" bIns="45720">
              <a:spAutoFit/>
              <a:scene3d>
                <a:camera prst="orthographicFront"/>
                <a:lightRig rig="harsh" dir="t"/>
              </a:scene3d>
              <a:sp3d extrusionH="57150" prstMaterial="matte">
                <a:bevelT w="63500" h="12700" prst="angle"/>
                <a:contourClr>
                  <a:schemeClr val="bg1">
                    <a:lumMod val="65000"/>
                  </a:schemeClr>
                </a:contourClr>
              </a:sp3d>
            </a:bodyPr>
            <a:lstStyle/>
            <a:p>
              <a:pPr algn="ctr"/>
              <a:r>
                <a:rPr lang="en-US" altLang="zh-TW" sz="5400" b="1" cap="none" spc="0" dirty="0">
                  <a:ln/>
                  <a:solidFill>
                    <a:srgbClr val="FF0000"/>
                  </a:solidFill>
                  <a:effectLst/>
                </a:rPr>
                <a:t>No Good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55380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25C6B0-C5BE-49FD-8DEE-A77FA48BD08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79512" y="853184"/>
            <a:ext cx="8640960" cy="3888432"/>
          </a:xfrm>
        </p:spPr>
        <p:txBody>
          <a:bodyPr>
            <a:normAutofit/>
          </a:bodyPr>
          <a:lstStyle/>
          <a:p>
            <a:r>
              <a:rPr lang="en-US" sz="1600" dirty="0"/>
              <a:t>Spec</a:t>
            </a:r>
          </a:p>
          <a:p>
            <a:pPr lvl="1"/>
            <a:r>
              <a:rPr lang="en-US" sz="1200" dirty="0"/>
              <a:t>CBL,WIRE,</a:t>
            </a:r>
            <a:r>
              <a:rPr lang="en-US" sz="1200" b="1" dirty="0">
                <a:solidFill>
                  <a:srgbClr val="FF0000"/>
                </a:solidFill>
              </a:rPr>
              <a:t>MIL-W-16878</a:t>
            </a:r>
            <a:r>
              <a:rPr lang="en-US" sz="1200" dirty="0"/>
              <a:t>E/1,22#(19/34),BLK,OD1.32,ALPHA#1855/19-2</a:t>
            </a:r>
          </a:p>
          <a:p>
            <a:pPr lvl="1"/>
            <a:r>
              <a:rPr lang="en-US" sz="1200" dirty="0"/>
              <a:t>CBL,WIRE,</a:t>
            </a:r>
            <a:r>
              <a:rPr lang="en-US" sz="1200" b="1" dirty="0">
                <a:solidFill>
                  <a:srgbClr val="FF0000"/>
                </a:solidFill>
              </a:rPr>
              <a:t>MIL-16878</a:t>
            </a:r>
            <a:r>
              <a:rPr lang="en-US" sz="1200" dirty="0"/>
              <a:t>/1,22#(19/34TA),BLK,OD1.3,ATLAS#2219TMSB-0</a:t>
            </a:r>
          </a:p>
          <a:p>
            <a:pPr lvl="1"/>
            <a:r>
              <a:rPr lang="en-US" sz="1200" dirty="0"/>
              <a:t>CBL,WIRE,</a:t>
            </a:r>
            <a:r>
              <a:rPr lang="en-US" sz="1200" b="1" dirty="0">
                <a:solidFill>
                  <a:srgbClr val="FF0000"/>
                </a:solidFill>
              </a:rPr>
              <a:t>M16878</a:t>
            </a:r>
            <a:r>
              <a:rPr lang="en-US" sz="1200" dirty="0"/>
              <a:t>/5,8#(133/29SPC),WHT,OD5.3,ANIXTER#M16878/5-BNL-9</a:t>
            </a:r>
          </a:p>
          <a:p>
            <a:r>
              <a:rPr lang="en-US" altLang="zh-TW" sz="1600" dirty="0"/>
              <a:t>Coating</a:t>
            </a:r>
          </a:p>
          <a:p>
            <a:pPr lvl="1"/>
            <a:r>
              <a:rPr lang="pl-PL" sz="1200" dirty="0"/>
              <a:t>CBL,WIRE,UL10086,6#(133/27)</a:t>
            </a:r>
            <a:r>
              <a:rPr lang="pl-PL" sz="1200" b="1" dirty="0">
                <a:solidFill>
                  <a:srgbClr val="FF0000"/>
                </a:solidFill>
              </a:rPr>
              <a:t>SPC</a:t>
            </a:r>
            <a:r>
              <a:rPr lang="pl-PL" sz="1200" dirty="0"/>
              <a:t>,BRN,OD6.5,150°C,600V,AWC#10086-6-133-BRN</a:t>
            </a:r>
            <a:endParaRPr lang="en-US" sz="1200" dirty="0"/>
          </a:p>
          <a:p>
            <a:pPr lvl="1"/>
            <a:r>
              <a:rPr lang="en-US" sz="1200" dirty="0"/>
              <a:t>CBL,WIRE,M16878/5,8#(133/29</a:t>
            </a:r>
            <a:r>
              <a:rPr lang="en-US" sz="1200" b="1" dirty="0">
                <a:solidFill>
                  <a:srgbClr val="FF0000"/>
                </a:solidFill>
              </a:rPr>
              <a:t>SPC)</a:t>
            </a:r>
            <a:r>
              <a:rPr lang="en-US" sz="1200" dirty="0"/>
              <a:t>,WHT,OD5.3,ANIXTER#M16878/5-BNL-9</a:t>
            </a:r>
          </a:p>
          <a:p>
            <a:pPr lvl="1"/>
            <a:r>
              <a:rPr lang="en-US" sz="1200" dirty="0"/>
              <a:t>CBL,WIRE,MIL-W-16878E/1,22#(19/34</a:t>
            </a:r>
            <a:r>
              <a:rPr lang="en-US" sz="1200" b="1" dirty="0">
                <a:solidFill>
                  <a:srgbClr val="FF0000"/>
                </a:solidFill>
              </a:rPr>
              <a:t>)</a:t>
            </a:r>
            <a:r>
              <a:rPr lang="en-US" sz="1200" dirty="0"/>
              <a:t>,BLK,OD1.32,ALPHA#1855/19-2</a:t>
            </a:r>
          </a:p>
          <a:p>
            <a:r>
              <a:rPr lang="en-US" sz="1600" dirty="0"/>
              <a:t>Color</a:t>
            </a:r>
          </a:p>
          <a:p>
            <a:pPr lvl="1"/>
            <a:r>
              <a:rPr lang="en-US" sz="1200" dirty="0"/>
              <a:t>CBL,WIRE,UL1007/1569,CSA,18#(16/30TA)</a:t>
            </a:r>
            <a:r>
              <a:rPr lang="en-US" sz="1200" b="1" dirty="0">
                <a:solidFill>
                  <a:srgbClr val="FF0000"/>
                </a:solidFill>
              </a:rPr>
              <a:t>GRN</a:t>
            </a:r>
            <a:r>
              <a:rPr lang="en-US" sz="1200" dirty="0"/>
              <a:t>,OD2.0,ALPHA#3055-4</a:t>
            </a:r>
          </a:p>
          <a:p>
            <a:pPr lvl="1"/>
            <a:r>
              <a:rPr lang="en-US" sz="1200" dirty="0"/>
              <a:t>CBL,WIRE,UL1007/1569,CSA,18#(16/30TA)</a:t>
            </a:r>
            <a:r>
              <a:rPr lang="en-US" sz="1200" b="1" dirty="0">
                <a:solidFill>
                  <a:srgbClr val="FF0000"/>
                </a:solidFill>
              </a:rPr>
              <a:t>,GRN</a:t>
            </a:r>
            <a:r>
              <a:rPr lang="en-US" sz="1200" dirty="0"/>
              <a:t>,OD2.0,ANIXTER#UL1007-18/16-5</a:t>
            </a:r>
          </a:p>
          <a:p>
            <a:pPr lvl="1"/>
            <a:r>
              <a:rPr lang="en-US" sz="1200" dirty="0"/>
              <a:t>CBL,WIRE,SAE J1128-TXL,22#(7/0.26A),</a:t>
            </a:r>
            <a:r>
              <a:rPr lang="zh-CN" altLang="en-US" sz="1200" dirty="0"/>
              <a:t>或</a:t>
            </a:r>
            <a:r>
              <a:rPr lang="en-US" altLang="zh-CN" sz="1200" dirty="0"/>
              <a:t>(7/0.254</a:t>
            </a:r>
            <a:r>
              <a:rPr lang="en-US" sz="1200" dirty="0"/>
              <a:t>BA),OD1.6,TXL-22-7-B-</a:t>
            </a:r>
            <a:r>
              <a:rPr lang="en-US" sz="1200" b="1" dirty="0">
                <a:solidFill>
                  <a:srgbClr val="FF0000"/>
                </a:solidFill>
              </a:rPr>
              <a:t>YEL</a:t>
            </a:r>
          </a:p>
          <a:p>
            <a:r>
              <a:rPr lang="en-US" altLang="zh-TW" sz="1600" dirty="0"/>
              <a:t>Misc (separator)</a:t>
            </a:r>
          </a:p>
          <a:p>
            <a:pPr lvl="1"/>
            <a:r>
              <a:rPr lang="en-US" altLang="zh-TW" sz="1200" dirty="0"/>
              <a:t>CBL,WIRE,UL10530</a:t>
            </a:r>
            <a:r>
              <a:rPr lang="en-US" altLang="zh-TW" sz="1200" b="1" dirty="0">
                <a:solidFill>
                  <a:srgbClr val="FF0000"/>
                </a:solidFill>
              </a:rPr>
              <a:t>,</a:t>
            </a:r>
            <a:r>
              <a:rPr lang="en-US" altLang="zh-TW" sz="1200" dirty="0"/>
              <a:t>CUL,18#(41/0.16BA),BLK,OD2.0,TPE,VW-1,-40~105℃,</a:t>
            </a:r>
            <a:r>
              <a:rPr lang="zh-TW" altLang="en-US" sz="1200" dirty="0"/>
              <a:t>日新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0E484EA-C31C-4748-AA4D-C10C0FF55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  <a:r>
              <a:rPr lang="en-US" altLang="zh-TW" dirty="0"/>
              <a:t>(</a:t>
            </a:r>
            <a:r>
              <a:rPr lang="en-US" dirty="0"/>
              <a:t>of inconsistency</a:t>
            </a:r>
            <a:r>
              <a:rPr lang="en-US" altLang="zh-TW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0807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843808" y="1851670"/>
            <a:ext cx="348274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altLang="zh-TW" sz="5400" b="1" i="1" cap="all" spc="0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50000" endPos="50000" dist="5000" dir="5400000" sy="-100000" rotWithShape="0"/>
                </a:effectLst>
              </a:rPr>
              <a:t>Thank you</a:t>
            </a:r>
            <a:endParaRPr lang="zh-TW" altLang="en-US" sz="5400" b="1" i="1" cap="all" spc="0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6501930" y="4897279"/>
            <a:ext cx="26420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i="1" dirty="0"/>
              <a:t>Welcome Feedback</a:t>
            </a:r>
            <a:r>
              <a:rPr lang="zh-TW" altLang="en-US" sz="1000" i="1" dirty="0"/>
              <a:t> </a:t>
            </a:r>
            <a:r>
              <a:rPr lang="en-US" altLang="zh-TW" sz="1000" i="1" dirty="0"/>
              <a:t>to gilzhang@yahoo.com.tw</a:t>
            </a:r>
            <a:endParaRPr lang="zh-TW" altLang="en-US" sz="1000" i="1" dirty="0"/>
          </a:p>
        </p:txBody>
      </p:sp>
    </p:spTree>
    <p:extLst>
      <p:ext uri="{BB962C8B-B14F-4D97-AF65-F5344CB8AC3E}">
        <p14:creationId xmlns:p14="http://schemas.microsoft.com/office/powerpoint/2010/main" val="4493429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公正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2">
      <a:majorFont>
        <a:latin typeface="Candara"/>
        <a:ea typeface="微軟正黑體"/>
        <a:cs typeface=""/>
      </a:majorFont>
      <a:minorFont>
        <a:latin typeface="Calibri Light"/>
        <a:ea typeface="微軟正黑體"/>
        <a:cs typeface=""/>
      </a:minorFont>
    </a:fontScheme>
    <a:fmtScheme name="原創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976</TotalTime>
  <Words>422</Words>
  <Application>Microsoft Office PowerPoint</Application>
  <PresentationFormat>On-screen Show (16:9)</PresentationFormat>
  <Paragraphs>50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標楷體</vt:lpstr>
      <vt:lpstr>Arial</vt:lpstr>
      <vt:lpstr>Arial Narrow</vt:lpstr>
      <vt:lpstr>Calibri</vt:lpstr>
      <vt:lpstr>Calibri Light</vt:lpstr>
      <vt:lpstr>Times New Roman</vt:lpstr>
      <vt:lpstr>Wingdings</vt:lpstr>
      <vt:lpstr>公正</vt:lpstr>
      <vt:lpstr>Item Description Standardization 物料描述標準化 (v2)</vt:lpstr>
      <vt:lpstr>Context</vt:lpstr>
      <vt:lpstr>Input &amp; Output</vt:lpstr>
      <vt:lpstr>Rule for reference only</vt:lpstr>
      <vt:lpstr>PowerPoint Presentation</vt:lpstr>
      <vt:lpstr>Example (of inconsistency)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2016 Template</dc:title>
  <dc:creator>Gilbert Chang(張冠倫)</dc:creator>
  <cp:lastModifiedBy>Gilbert Chang</cp:lastModifiedBy>
  <cp:revision>93</cp:revision>
  <dcterms:created xsi:type="dcterms:W3CDTF">2013-08-14T08:29:08Z</dcterms:created>
  <dcterms:modified xsi:type="dcterms:W3CDTF">2026-05-04T09:58:53Z</dcterms:modified>
</cp:coreProperties>
</file>